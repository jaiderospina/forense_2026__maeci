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21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E2D38BE-CB97-7810-BEA1-0E0D6F7C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0"/>
            <a:ext cx="16319500" cy="910855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6E3F09F-4ACA-0165-43C6-7B527A8F6F9C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8593625-276D-8CEB-B7D5-BA0CBE97EE5A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0D9DF81-9272-A53A-DA73-0F33C2CF7DAB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AC38AA0-2EF6-AD15-C2C9-1D70812EB316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A01331E-49E7-6A4F-F42C-4F1D51AC07D0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F199DA7-43C6-5A39-D40B-1A91E5D91149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627905F-7859-C735-B8C4-F843E5141024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A79B69C-F8ED-C577-E908-4836222D4CDA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376F602-9359-C12F-5058-962B18F26758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335BF40-4F17-941E-7BA4-C97296282AA6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90BD597-019E-F847-1708-1ACC6B7D2345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B38634E-FDBE-9C84-AF63-C6DFDE1D868D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Jesus Andrés Cuastumal Miño</cp:lastModifiedBy>
  <cp:revision>3</cp:revision>
  <dcterms:created xsi:type="dcterms:W3CDTF">2006-08-16T00:00:00Z</dcterms:created>
  <dcterms:modified xsi:type="dcterms:W3CDTF">2026-05-15T05:25:06Z</dcterms:modified>
</cp:coreProperties>
</file>